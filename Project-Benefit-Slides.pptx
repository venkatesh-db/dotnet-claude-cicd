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C862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269950"/>
            <a:ext cx="72541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C86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DOTNET-CLAUDE-CICD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5901" y="1682651"/>
            <a:ext cx="7254139" cy="2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90"/>
              </a:lnSpc>
              <a:spcAft>
                <a:spcPts val="1800"/>
              </a:spcAft>
              <a:buNone/>
            </a:pPr>
            <a:r>
              <a:rPr lang="en-US" sz="4600" dirty="0">
                <a:solidFill>
                  <a:srgbClr val="F2F3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the benefit</a:t>
            </a:r>
            <a:endParaRPr lang="en-US" sz="4600" dirty="0"/>
          </a:p>
          <a:p>
            <a:pPr algn="l" indent="0" marL="0">
              <a:lnSpc>
                <a:spcPts val="5290"/>
              </a:lnSpc>
              <a:spcAft>
                <a:spcPts val="1800"/>
              </a:spcAft>
              <a:buNone/>
            </a:pPr>
            <a:r>
              <a:rPr lang="en-US" sz="4600" dirty="0">
                <a:solidFill>
                  <a:srgbClr val="F2F3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wiring Claude</a:t>
            </a:r>
            <a:endParaRPr lang="en-US" sz="4600" dirty="0"/>
          </a:p>
          <a:p>
            <a:pPr algn="l" indent="0" marL="0">
              <a:lnSpc>
                <a:spcPts val="5290"/>
              </a:lnSpc>
              <a:spcAft>
                <a:spcPts val="1800"/>
              </a:spcAft>
              <a:buNone/>
            </a:pPr>
            <a:r>
              <a:rPr lang="en-US" sz="4600" dirty="0">
                <a:solidFill>
                  <a:srgbClr val="F2F3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into GitHub Actions?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015901" y="3926235"/>
            <a:ext cx="725413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moments in a developer's day, before and after.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5901" y="4291310"/>
            <a:ext cx="72541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300" dirty="0">
                <a:solidFill>
                  <a:srgbClr val="9A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github.com/venkatesh-db/dotnet-claude-cicd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86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BENEFIT, IN PLAIN TERMS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1000" y="558701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D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Nothing waits on a person to start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045964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9A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4150" y="1038076"/>
            <a:ext cx="28756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— a person has to do it first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82752" y="1045964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2F8A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85902" y="1038076"/>
            <a:ext cx="26424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CLAUDE — Claude does it first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4839" y="1409551"/>
            <a:ext cx="26684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Someone opens a PR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1000" y="1727002"/>
            <a:ext cx="2616101" cy="1079450"/>
          </a:xfrm>
          <a:prstGeom prst="roundRect">
            <a:avLst>
              <a:gd name="adj" fmla="val 9412"/>
            </a:avLst>
          </a:prstGeom>
          <a:solidFill>
            <a:srgbClr val="F1E6D3"/>
          </a:solidFill>
          <a:ln w="19050">
            <a:solidFill>
              <a:srgbClr val="9A6B3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2450" y="1898452"/>
            <a:ext cx="23186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teammate reviews 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2450" y="2108002"/>
            <a:ext cx="2318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whenever they're free — hours to days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1000" y="3136553"/>
            <a:ext cx="2616101" cy="1079450"/>
          </a:xfrm>
          <a:prstGeom prst="roundRect">
            <a:avLst>
              <a:gd name="adj" fmla="val 9412"/>
            </a:avLst>
          </a:prstGeom>
          <a:solidFill>
            <a:srgbClr val="DCF0E3"/>
          </a:solidFill>
          <a:ln w="19050">
            <a:solidFill>
              <a:srgbClr val="2F8A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2450" y="3308003"/>
            <a:ext cx="23186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reviews it first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2450" y="3517553"/>
            <a:ext cx="2318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— about a minute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24841" y="1409551"/>
            <a:ext cx="26684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build breaks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51002" y="1727002"/>
            <a:ext cx="2616101" cy="1079450"/>
          </a:xfrm>
          <a:prstGeom prst="roundRect">
            <a:avLst>
              <a:gd name="adj" fmla="val 9412"/>
            </a:avLst>
          </a:prstGeom>
          <a:solidFill>
            <a:srgbClr val="F1E6D3"/>
          </a:solidFill>
          <a:ln w="19050">
            <a:solidFill>
              <a:srgbClr val="9A6B3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22452" y="1898452"/>
            <a:ext cx="23186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digs through logs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2452" y="2108002"/>
            <a:ext cx="2318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they notice — 20-30+ minutes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51002" y="3136553"/>
            <a:ext cx="2616101" cy="1079450"/>
          </a:xfrm>
          <a:prstGeom prst="roundRect">
            <a:avLst>
              <a:gd name="adj" fmla="val 9412"/>
            </a:avLst>
          </a:prstGeom>
          <a:solidFill>
            <a:srgbClr val="DCF0E3"/>
          </a:solidFill>
          <a:ln w="19050">
            <a:solidFill>
              <a:srgbClr val="2F8A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22452" y="3308003"/>
            <a:ext cx="23186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explains why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2452" y="3517553"/>
            <a:ext cx="2318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an issue with the root cause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94842" y="1409551"/>
            <a:ext cx="26684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needs a fix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1003" y="1727002"/>
            <a:ext cx="2616101" cy="1079450"/>
          </a:xfrm>
          <a:prstGeom prst="roundRect">
            <a:avLst>
              <a:gd name="adj" fmla="val 9412"/>
            </a:avLst>
          </a:prstGeom>
          <a:solidFill>
            <a:srgbClr val="F1E6D3"/>
          </a:solidFill>
          <a:ln w="19050">
            <a:solidFill>
              <a:srgbClr val="9A6B3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92453" y="1898452"/>
            <a:ext cx="23186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writes the fix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92453" y="2108002"/>
            <a:ext cx="2318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whenever it fits into their day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21003" y="3136553"/>
            <a:ext cx="2616101" cy="1079450"/>
          </a:xfrm>
          <a:prstGeom prst="roundRect">
            <a:avLst>
              <a:gd name="adj" fmla="val 9412"/>
            </a:avLst>
          </a:prstGeom>
          <a:solidFill>
            <a:srgbClr val="DCF0E3"/>
          </a:solidFill>
          <a:ln w="19050">
            <a:solidFill>
              <a:srgbClr val="2F8A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92453" y="3308003"/>
            <a:ext cx="23186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draft fix is waiting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92453" y="3517553"/>
            <a:ext cx="2318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PR, ready for someone to check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1000" y="4469904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still decides what merges — Claude just makes sure nothing waits on a person to start.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86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1000" y="558701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D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same shape, three times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012627"/>
            <a:ext cx="8549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review, CI-failure triage, and patch proposals all follow this one pipeline.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1965127"/>
            <a:ext cx="1269950" cy="151120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8DB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27000" y="2111127"/>
            <a:ext cx="9975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happens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7000" y="2466677"/>
            <a:ext cx="9975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 opens, or a build fails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77901" y="2573089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58901" y="1965127"/>
            <a:ext cx="1269950" cy="151120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8DB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04901" y="2111127"/>
            <a:ext cx="9975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reads 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04901" y="2466677"/>
            <a:ext cx="9975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diff, or the failure log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55802" y="2573089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936802" y="1965127"/>
            <a:ext cx="1269950" cy="151120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8DB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82802" y="2111127"/>
            <a:ext cx="9975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drafts a reply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82802" y="2466677"/>
            <a:ext cx="9975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review, a summary, a fix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33702" y="2573089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714702" y="1965127"/>
            <a:ext cx="1269950" cy="151120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8DB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860703" y="2111127"/>
            <a:ext cx="9975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Posted to GitHub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60703" y="2466677"/>
            <a:ext cx="9975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comment, issue, or draft PR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11603" y="2573089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92603" y="1965127"/>
            <a:ext cx="1269950" cy="1511201"/>
          </a:xfrm>
          <a:prstGeom prst="roundRect">
            <a:avLst>
              <a:gd name="adj" fmla="val 8000"/>
            </a:avLst>
          </a:prstGeom>
          <a:solidFill>
            <a:srgbClr val="DBE8F4"/>
          </a:solidFill>
          <a:ln w="19050">
            <a:solidFill>
              <a:srgbClr val="2F6F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638604" y="2111127"/>
            <a:ext cx="9975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decides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38604" y="2466677"/>
            <a:ext cx="9975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merges on its own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1000" y="3984278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path ends at that last box.</a:t>
            </a:r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Claude never pushes to main and never auto-merges anything in this repo.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2F6F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888950"/>
            <a:ext cx="72541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C86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RAILS — BY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15901" y="1238101"/>
            <a:ext cx="7254139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600"/>
              </a:spcAft>
              <a:buNone/>
            </a:pPr>
            <a:r>
              <a:rPr lang="en-US" sz="3000" b="1" dirty="0">
                <a:solidFill>
                  <a:srgbClr val="F2F3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Fast, but never in charge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15901" y="2015877"/>
            <a:ext cx="7111901" cy="98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2015877"/>
            <a:ext cx="72541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 pushes to main.</a:t>
            </a:r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D7D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change Claude proposes goes through a pull request.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15901" y="2403128"/>
            <a:ext cx="72541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patch is a draft PR.</a:t>
            </a:r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D7D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sits there until a person marks it ready.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15901" y="2790379"/>
            <a:ext cx="72541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in this repo auto-merges.</a:t>
            </a:r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D7D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 one workflow, not one exception.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5901" y="3380929"/>
            <a:ext cx="72541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250" dirty="0">
                <a:solidFill>
                  <a:srgbClr val="9A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github.com/venkatesh-db/dotnet-claude-cicd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What's the benefit? — dotnet-claude-cicd</dc:title>
  <dc:subject>PptxGenJS Presentation</dc:subject>
  <dc:creator>Claude</dc:creator>
  <cp:lastModifiedBy>Claude</cp:lastModifiedBy>
  <cp:revision>1</cp:revision>
  <dcterms:created xsi:type="dcterms:W3CDTF">2026-09-03T11:15:59Z</dcterms:created>
  <dcterms:modified xsi:type="dcterms:W3CDTF">2026-09-03T11:15:59Z</dcterms:modified>
</cp:coreProperties>
</file>